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开场定调:今天不是讲'我做了什么',而是讲'这个东西怎么造'。听完各位应该知道每一层为什么这样设计、公式什么含义、下一步动手做什么。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每章标题都写成一个问句——整场分享就是回答这七个问题。绿色'检查点'贯穿全程,那是给想复刻的人的动手锚点。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给听众一张地图:四层各是什么、互相之间传什么。BOM让大家知道门槛不到130元。设计节奏两个数字(500/200Hz)是后面所有章节的时间基准。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重点讲清'陀螺测的是角速度不是角度',这是初学者第一误区。科氏力公式不用推,记住'旋转让振动质量块受到侧向力'即可。三个特性(零偏/温漂/积分漂移)为第4章融合埋伏笔。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'比力'是本页灵魂:加速度计静止时读的是重力反作用,不是0。这解释了它为什么能测倾角,也解释了它为什么一机动就脏(运动加速度叠进来)。底部对比表是第4章互补滤波的全部动机,务必讲透。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本章落地页:寄存器表就是复刻清单。强调两点——I2C连读14字节保证三轴同时刻采样;WHO_AM_I是排障第一步(读不到就是接线/地址问题,别先怀疑算法)。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坐标系定义一旦错了后面全反,务必花时间。万向节锁用'先偏航后俯仰再滚转,抬头90度时第一次和第三次转的是同一根轴'来讲。四元数只要求建立直觉:单位四元数=一次旋转,乘法=旋转叠加。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两个公式就是姿态解算的全部数学:更新方程管'转起来',欧拉转换管'给人看'。检查点③很妙——先故意只用陀螺,看到漂移,才理解下一章为什么要加计修正。教学上这是'制造需求'。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先给全景:主链路是上面一行(陀螺→积分→q→欧拉角);加计从左边进来,经叉积算误差,PI后'拧'陀螺——注意不是直接改q,而是修正角速度再积分,这是Mahony优雅的地方。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逐条讲,每条都给'它在干什么'的人话。②是灵魂:两个单位向量叉积,模=sin夹角,方向=把预测转回实测的旋转轴——姿态误差天然可当作角速度误差用。④归一化别忘。底部调参给可操作判据。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滤波公式给出推导来源(RC离散化),听众可自行换截止频率。az那三行就是曾经把符号写反的转置矩阵坑——提醒大家:对着标准旋转矩阵逐项核对,这类bug仿真小角度测不出。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PID用'现在/过去/未来'三词讲本质;副作用列是关键——听众要明白每项都是交易。右下两个细节是教科书和实践的分水岭,下一页串级里会看到代码级处理。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方法论页:串级的动机(内环吸收扰动)+带宽分离5倍原则+三步整定流程。听众拿走的是'怎么从零调起',参数只是参考例子。强调yaw为什么特殊(无绝对航向基准)。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推导思路:不需要记矩阵,记住'一侧加速一侧减速产生力矩'和'对角同桨向',矩阵自己就能写出来。检查点⑤是全教程最危险也最必须的一步,反复强调拆桨验证。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三个方法论都可迁移到任何实时系统:三问定任务、状态机一句话化(油门归属)、安全链分层降级。NaN那条是真实坑,值得单独强调——它和任何比较都为假,常规保护全部失效。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协议设计五要素是通用方法论,听众换到任何项目都能用。强调'先长度后数据'和'独立帧尾'这两个容易被忽略的细节;状态机解析可以画在白板展开讲重同步过程。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本页是指导书的精髓:每一步都有明确'通过判据',不达标不进入下一步。6/7步红色标注=危险步骤必须拆桨。这个顺序保证任何一步出问题都能定位到具体层。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这一页是'老手经验'的浓缩:七个现象覆盖90%首飞事故。特别讲'方向反'类问题——代码正确不等于硬件接对,所有方向问题集中在驱动层一处修,别在算法里到处打补丁。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给听众留下继续走的路:一份datasheet、一篇论文、一套开源代码。强调仓库代码每层都有原理注释——这份PPT是地图,代码是领队。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收尾一句'轮到你造一台了'呼应指导书定位。主动开放提问方向:公式推导、寄存器细节、调参经验都可以。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四轴飞控开发指导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BDD7EE"/>
                </a:solidFill>
                <a:latin typeface="微软雅黑"/>
                <a:ea typeface="微软雅黑"/>
              </a:rPr>
              <a:t>从 IMU 原理到电机起飞 —— 一份可复刻的实现指南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感知 → 估计 → 控制 → 执行 → 集成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教程式分享 · 每章附实践检查点 · 主讲:____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全书路线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七章,每章回答一个问题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207008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207008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系统总览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207008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一架飞控拆成哪四层?节奏多快?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33956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933956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IMU 原理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933956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陀螺/加计到底在测什么?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60904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660904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姿态数学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660904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旋转怎么表示?为什么选四元数?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7852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3387852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Mahony 解算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387852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两条劣质信息如何融成好姿态?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14800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4114800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控制律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114800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PID 各项本质?串级怎么设计?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1748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841748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系统集成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841748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任务/状态机/安全链怎么组织?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68696"/>
            <a:ext cx="566928" cy="603504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5568696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复刻路线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5568696"/>
            <a:ext cx="58978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问: </a:t>
            </a: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从买元件到首飞,顺序与判据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第1章 系统总览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飞控 = 感知/估计/决策/执行 四层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感知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MPU6050 原始数据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34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估计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滤波+Mahony → 姿态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234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决策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状态机+串级PID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234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执行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混控 → 4路 PWM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1691640"/>
            <a:ext cx="274319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32120" y="1691640"/>
            <a:ext cx="27432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83879" y="1691640"/>
            <a:ext cx="274321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28600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复刻提示:先把四层的接口定下来(数据结构+频率),再逐层填充实现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78892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器件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选型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参考价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主控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STM32F411CEU6 板(100MHz/FPU)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~25元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IMU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MPU6050 模块(I²C)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~8元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动力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空心杯电机+桨 ×4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~20元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机架电池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90mm 轴距机架 + 1S 锂电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~40元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调试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ST-Link + USB-TTL + 蓝牙模块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~35元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629400" y="2788920"/>
            <a:ext cx="5120640" cy="2743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设计节奏(先定这两个数)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采样/解算 500Hz:匹配传感器输出率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控制 200Hz(5ms):姿态环带宽上限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▸ 原则:内环 ≥ 5× 外环;采样 ≥ 2× 信号带宽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分工:中断只收数,任务做计算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ISR 里绝不做浮点/打印等重活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06440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检查点①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搭好工程框架,LED/串口能打印,时钟树 100MHz 确认(滴答/延时正确)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第2章 IMU 原理(上)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MEMS 陀螺仪:测的是角速度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4480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物理机制:科里奥利力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芯片内音叉结构被驱动电极持续振动 (v)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芯片旋转 (ω) 时,振动质量块受科氏力: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E75B6"/>
                </a:solidFill>
                <a:latin typeface="微软雅黑"/>
                <a:ea typeface="微软雅黑"/>
              </a:rPr>
              <a:t>      F = −2m (ω × v)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科氏力推动质量块侧向位移 → 检测电容变化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电容差 ∝ 角速度 → 输出角速度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三个必须知道的特性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D7D31"/>
                </a:solidFill>
                <a:latin typeface="微软雅黑"/>
                <a:ea typeface="微软雅黑"/>
              </a:rPr>
              <a:t>▸ 零偏 bias:静止也输出的'假信号',每颗不同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D7D31"/>
                </a:solidFill>
                <a:latin typeface="微软雅黑"/>
                <a:ea typeface="微软雅黑"/>
              </a:rPr>
              <a:t>▸ 温漂:零偏随温度变化(起飞前后不同)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▸ 它不给角度!角度 = ∫ω·dt,积分会累积误差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驱动电极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让质量块振动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35240" y="1801368"/>
            <a:ext cx="182880" cy="0"/>
          </a:xfrm>
          <a:prstGeom prst="line">
            <a:avLst/>
          </a:prstGeom>
          <a:ln w="2032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18120" y="13716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质量块 v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受科氏力偏转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1801368"/>
            <a:ext cx="182880" cy="0"/>
          </a:xfrm>
          <a:prstGeom prst="line">
            <a:avLst/>
          </a:prstGeom>
          <a:ln w="2032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13716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电容差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∝ 角速度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9880" y="1801368"/>
            <a:ext cx="182880" cy="0"/>
          </a:xfrm>
          <a:prstGeom prst="line">
            <a:avLst/>
          </a:prstGeom>
          <a:ln w="2032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652760" y="13716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ADC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数字输出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5349240" cy="2926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读数据手册要看的三件事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量程与灵敏度:±250°/s → 131 LSB/(°/s)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   gyro[°/s] = raw / 131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   本工程再 ×π/180 统一为 rad/s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零偏稳定性:典型 0.05°/s 量级(需校准)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带宽/噪声密度:决定滤波设计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第2章 IMU 原理(下)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MEMS 加速度计:测的是'比力'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457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物理机制:质量块-弹簧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加速度使质量块相对框架运动,压缩弹簧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云母电容差分检测位移 → 输出'比力'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E75B6"/>
                </a:solidFill>
                <a:latin typeface="微软雅黑"/>
                <a:ea typeface="微软雅黑"/>
              </a:rPr>
              <a:t>      f = a − g   (specific force)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关键推论(静止时 a=0):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输出 = −g:重力的反作用力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▸ 三个轴的分量恰好编码了倾角!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微软雅黑"/>
                <a:ea typeface="微软雅黑"/>
              </a:rPr>
              <a:t>      roll = atan2(ay, az)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微软雅黑"/>
                <a:ea typeface="微软雅黑"/>
              </a:rPr>
              <a:t>      pitch = atan2(−ax, √(ay²+az²))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D7D31"/>
                </a:solidFill>
                <a:latin typeface="微软雅黑"/>
                <a:ea typeface="微软雅黑"/>
              </a:rPr>
              <a:t>▸ 所以加计能当'倾角计'——但只在准静态时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34440"/>
          <a:ext cx="5349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11680"/>
                <a:gridCol w="210312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陀螺仪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加速度计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测量量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角速度 ω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比力 a−g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动态响应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优秀(带宽高)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差(振动/机动污染)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静态精度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差(零偏+积分漂移)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优(长期指向重力)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误差性质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高频噪声+漂移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低频准+高频脏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在解算中的角色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提供动态(高通)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提供基准(低通)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617720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互补 = 一句话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陀螺管'快而漂',加计管'准而脏'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→ 频域上一个高通一个低通,拼起来就是全带宽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第2章 实践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MPU6050 配置·读取·校准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61264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28800"/>
                <a:gridCol w="30632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寄存器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名字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本工程配置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0x6B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PWR_MGMT_1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0x00 唤醒(先0x80复位)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0x19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SMPLRT_DIV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 → 1kHz 输出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0x1A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CONFIG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DLPF=3 → 44Hz 硬件低通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0x1B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GYRO_CONFIG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FS_SEL=0 → ±250°/s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0x1C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ACCEL_CONFIG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AFS_SEL=0 → ±2g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0x3B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数据区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连读14字节(ax..temp..gx)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0x75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WHO_AM_I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应答 0x68(通信自检)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188720"/>
            <a:ext cx="4937760" cy="21488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单位换算(背下来)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±2g:  1g = 16384 LSB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   → ax = raw/16384 × 9.81  (m/s²)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±250°/s:  1°/s = 131 LSB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   → gx = raw/131 × π/180  (rad/s)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</a:rPr>
              <a:t>建议全链路统一 SI 单位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566160"/>
            <a:ext cx="493776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零偏校准(上电必做)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静置 0.5s,采样 250 帧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▸ bias = Σgyro / 有效帧数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之后每帧 gyro −= bias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D7D31"/>
                </a:solidFill>
                <a:latin typeface="微软雅黑"/>
                <a:ea typeface="微软雅黑"/>
              </a:rPr>
              <a:t>▸ 期间机身必须真静止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74920"/>
            <a:ext cx="612648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检查点②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串口打印原始数据:静置≈(0,0,+1g);沿各轴转动对应轴数据变化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第3章 姿态的数学表示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坐标系 → 三种表示 → 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先定义两个坐标系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机体系(body):原点在重心,x前 y右 z下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世界系(ned):North-East-Down,z 指地向天看</a:t>
            </a:r>
          </a:p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姿态 = 机体系相对世界系的旋转 R(q)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传感器输出在机体系;重力在体系 z 轴上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188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表示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评价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欧拉角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直观;有万向节锁;插值困难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旋转矩阵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无奇异;冗余,运算量大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四元数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无奇异;只有乘加;首选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42900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万向节锁(大白话)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欧拉角按 Z→Y→X 顺序转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pitch 抬到 ±90° 时,先转的 yaw 和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   后转的 roll 变成绕同一根轴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▸ 三个自由度只剩两个 → 姿态'丢轴'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四元数/矩阵天然没有这个问题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2900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四元数速成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q = [w, x, y, z],单位四元数=一个3D旋转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▸ 与轴角:q = [cos(θ/2), n·sin(θ/2)]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n=旋转轴, θ=旋转角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乘法 q⊗p = '先转q再转p'的合成旋转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共轭 q* = 反向旋转;|q|必须保持=1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第3章 核心方程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积分更新 + 欧拉角输出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姿态更新方程(陀螺积分)</a:t>
            </a:r>
          </a:p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2E75B6"/>
                </a:solidFill>
                <a:latin typeface="微软雅黑"/>
                <a:ea typeface="微软雅黑"/>
              </a:rPr>
              <a:t>q̇ = ½ q ⊗ [0, ω]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离散化(每拍执行):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微软雅黑"/>
                <a:ea typeface="微软雅黑"/>
              </a:rPr>
              <a:t>q ← q + q̇·dt ,  再归一化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为什么有½:四元数转半角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为什么归一化:数值误差让|q|漂离1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94760"/>
            <a:ext cx="5486400" cy="2514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初始化与注意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q₀ = [1,0,0,0] = 水平朝北(任意)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D7D31"/>
                </a:solidFill>
                <a:latin typeface="微软雅黑"/>
                <a:ea typeface="微软雅黑"/>
              </a:rPr>
              <a:t>▸ dt 用实测周期,别硬编码猜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微软雅黑"/>
                <a:ea typeface="微软雅黑"/>
              </a:rPr>
              <a:t>▸ ω 必须是 rad/s 且已减零偏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积分误差 ∝ dt:500Hz 比 100Hz 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四元数 → 欧拉角(ZYX, 输出给人看)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roll  = atan2( 2(q0q1+q2q3),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            1 − 2(q1²+q2²) 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pitch = asin( 2(q0q2 − q3q1) 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D7D31"/>
                </a:solidFill>
                <a:latin typeface="微软雅黑"/>
                <a:ea typeface="微软雅黑"/>
              </a:rPr>
              <a:t>      (参数≥1 时钳到 ±π/2 防NaN)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yaw   = atan2( 2(q0q3+q1q2),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            1 − 2(q2²+q3²) )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控制内部全用 rad,显示时 ×57.3 转度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pitch 用 asin 有 ±90° 限制(锁的根源)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548640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检查点③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只用陀螺积分:转动跟随流畅,但回平后角度慢慢漂 → 正常!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第4章 Mahony 互补滤波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总框图:陀螺主内,加计纠偏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陀螺 ω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rad/s·去零偏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417320"/>
            <a:ext cx="50292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积分更新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q ← q+½q⊗ω'·dt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四元数 q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每步归一化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欧拉角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roll/pitch/yaw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6324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重力预测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v = R(q)ᵀ·[0,0,1]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63240"/>
            <a:ext cx="502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1600200" cy="7772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加计 a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归一化为单位向量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4348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PI 修正</a:t>
            </a:r>
          </a:p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ω' = ω + Kp·e + Ki·∫e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1709928"/>
            <a:ext cx="4572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1709928"/>
            <a:ext cx="4114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1709928"/>
            <a:ext cx="50292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1709928"/>
            <a:ext cx="5486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2103120"/>
            <a:ext cx="0" cy="96012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09160" y="3447288"/>
            <a:ext cx="128016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8840" y="3447288"/>
            <a:ext cx="20574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31920" y="3840480"/>
            <a:ext cx="521208" cy="59436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834640" y="4846320"/>
            <a:ext cx="502920" cy="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34640" y="2011680"/>
            <a:ext cx="0" cy="283464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00600" y="2697480"/>
            <a:ext cx="1737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误差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89204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D7D31"/>
                </a:solidFill>
                <a:latin typeface="微软雅黑"/>
                <a:ea typeface="微软雅黑"/>
              </a:rPr>
              <a:t>修正量回注陀螺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063240"/>
            <a:ext cx="1828800" cy="2194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微软雅黑"/>
                <a:ea typeface="微软雅黑"/>
              </a:rPr>
              <a:t>有效性门限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|a| 超出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[0.5,20]m/s²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C00000"/>
                </a:solidFill>
                <a:latin typeface="微软雅黑"/>
                <a:ea typeface="微软雅黑"/>
              </a:rPr>
              <a:t>跳过修正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(机动时只信陀螺)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第4章 公式逐条拆解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四步,每步一行代码级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① 重力预测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188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由当前 q 算'重力应在机体系哪个方向'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v = R(q)ᵀ·[0,0,1]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vx = q1q3 − q0q2   vy = q0q1 + q2q3   vz = q0² − ½ + q3²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② 误差 = 叉积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331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实测重力方向 × 预测方向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e = a_norm ×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331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方向=转回去的轴, 大小=sin夹角 (两个都单位向量)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③ PI 修正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474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误差换算成角速度修正量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ω' = ω + Kp·e + Ki·∫e·dt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474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Kp:立即拽回(收敛快但抖)  Ki:消恒值零偏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1772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④ 积分+归一化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4617720"/>
            <a:ext cx="329184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修正后的角速度进积分器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q ← q + ½·q⊗ω'·dt ; q ← q/|q|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617720"/>
            <a:ext cx="5989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归一化防数值发散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247120" cy="8229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调参指引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Kp 从 0.5 起:静止收敛 1~2s 为宜,太快抖/太慢肉;Ki 取 Kp 的 1/10,纯陀螺漂移大才加大。检查点④:手转任意角度回平,roll/pitch 应秒级归零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第4章 前置滤波与垂直加速度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工装两件套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一阶 IIR(从 RC 电路来)</a:t>
            </a:r>
          </a:p>
          <a:p>
            <a:pPr algn="l">
              <a:spcAft>
                <a:spcPts val="200"/>
              </a:spcAft>
            </a:pPr>
            <a:r>
              <a:rPr sz="1550" b="1" i="0">
                <a:solidFill>
                  <a:srgbClr val="2E75B6"/>
                </a:solidFill>
                <a:latin typeface="微软雅黑"/>
                <a:ea typeface="微软雅黑"/>
              </a:rPr>
              <a:t>y[n] = (1−α)·y[n−1] + α·x[n]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α = dt/(RC+dt) ,  fc = 1/(2πRC)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电机/机架振动在几十~几百 Hz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姿态信号 &lt;20Hz → 低通不伤信号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两级级联 = 二阶,滚降更陡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  <a:ea typeface="微软雅黑"/>
              </a:rPr>
              <a:t>▸ 代价:相位滞后 → 截止频率取折中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垂直加速度 az(去重力)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a_world = R(q)·a_body , 取 z 行: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az = 2(q1q3−q0q2)·ax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     + 2(q2q3+q0q1)·ay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     + (q0²−q1²−q2²+q3²)·az_b − g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物理含义:净垂直加速度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D32"/>
                </a:solidFill>
                <a:latin typeface="微软雅黑"/>
                <a:ea typeface="微软雅黑"/>
              </a:rPr>
              <a:t>▸ 悬停判据:az = 0 (升力=重力)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6908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滤多少合适?(经验)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陀螺通路:轻滤或不滤(内环要快)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加计通路:重滤(它只提供慢基准)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转动时加计全是'假信号'→ 靠门限跳过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06908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没有高度计怎么'悬停'?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az 闭环:油门 −= az×增益(慢环)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az&gt;0 在升 → 收油;az&lt;0 在掉 → 加油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</a:rPr>
              <a:t>▸ 不积分加速度→不会发散;但会缓慢漂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第5章 控制基础:PID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P/I/D = 现在/过去/未来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连续形式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微软雅黑"/>
                <a:ea typeface="微软雅黑"/>
              </a:rPr>
              <a:t>u(t) = Kp·e(t) + Ki·∫e·dt + Kd·de/dt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e = 目标 − 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3212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离散实现(每拍)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integ += e·dt;  deriv = (e−e_prev)/dt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u = Kp·e + Ki·integ + Kd·deriv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2928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200400"/>
                <a:gridCol w="2926080"/>
                <a:gridCol w="41605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直觉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好处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副作用(没有免费午餐)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 比例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'现在'的误差,立即纠正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响应快,主干增益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留稳态误差;过大致震荡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 积分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'过去'误差累积,不归零不罢休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消除稳态误差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响应慢;积分饱和→大超调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D 微分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'未来'趋势预判,提前刹车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阻尼,抑制震荡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放大噪声;目标突变→kick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整定顺序(实操口诀)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① P 加到临界震荡再回退30%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② 加 D 压震荡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③ 最后小 I 消静差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074920"/>
            <a:ext cx="5532120" cy="1371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两个工程细节(实现必须)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D 用测量值微分 → 消打杆 kick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I 输出限幅+回算 → 抗积分饱和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第5章 串级 PID 设计方法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先内环,后外环;内快外慢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目标角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±30°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角度环 P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×6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期望角速度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限±200°/s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角速度环 PID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200Hz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力矩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R/P/Y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2286000"/>
            <a:ext cx="5486400" cy="3657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为什么串级?(对比单级)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单级角度PID:等姿态已经错了才大力纠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   → 滞后大,易震荡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串级:内环以200Hz锁死角速度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   → 扰动在'变成姿态错误'前就被吸收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▸ 外环只决定'想去哪',内环保证'稳稳去'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带宽分离原则:内环 ≥ 5× 外环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yaw 无磁力计→无角度基准,只做角速度环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286000"/>
            <a:ext cx="5532120" cy="3657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设计步骤(可直接照做)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① 台架固定,只调内环: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给角速度阶跃,看响应快不震荡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② 再加外环 P: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给角度阶跃,超调&lt;10% 为宜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③ 最后小 I(重心偏/风阻)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E75B6"/>
                </a:solidFill>
                <a:latin typeface="微软雅黑"/>
                <a:ea typeface="微软雅黑"/>
              </a:rPr>
              <a:t>本实现参考值: kp_ang=6, kp=0.15,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2E75B6"/>
                </a:solidFill>
                <a:latin typeface="微软雅黑"/>
                <a:ea typeface="微软雅黑"/>
              </a:rPr>
              <a:t>ki=2.0/s, kd=0.005 (I限±15%油门)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第5章 混控:从力矩到电机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物理推导,不是背公式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66928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3864"/>
                </a:solidFill>
                <a:latin typeface="微软雅黑"/>
                <a:ea typeface="微软雅黑"/>
              </a:rPr>
              <a:t>从一个物理事实出发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每个电机只产生:推力 Ti + 反扭矩 Yi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电机到重心力臂 l(对角对称)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力矩平衡(以右滚为例):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τroll = (左侧推力 − 右侧推力) × l·cos45°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→ 想+roll:左侧加速,右侧减速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同理:+pitch 前快后慢;+yaw 逆桨快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97680"/>
            <a:ext cx="5669280" cy="18288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归一化约定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油门/力矩都无量纲化到 [0,1] / [−1,1]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M = T ± R ± P ± Y 后各自 clamp[0,1]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</a:rPr>
              <a:t>▸ 饱和会偷姿态权限 → 油门留 15% 余量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95959"/>
                </a:solidFill>
                <a:latin typeface="微软雅黑"/>
                <a:ea typeface="微软雅黑"/>
              </a:rPr>
              <a:t>M2 前左(逆桨)    M1 前右(顺桨)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      ╲              ╱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         ╳      机头 ↑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      ╱              ╲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595959"/>
                </a:solidFill>
                <a:latin typeface="微软雅黑"/>
                <a:ea typeface="微软雅黑"/>
              </a:rPr>
              <a:t>M3 后左(顺桨)    M4 后右(逆桨)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65760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X 型混控矩阵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M1=T+P−R−Y  M2=T+P+R+Y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M3=T−P+R−Y  M4=T−P−R+Y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120640"/>
            <a:ext cx="5303520" cy="10058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检查点⑤(拆桨!)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逐轴给指令,手感受对应电机的加减速;桨向/通道映射错=首炸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第6章 系统集成方法论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RTOS/状态机/安全链怎么组织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任务划分三问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周期多少? 由数据率定(IMU 500Hz/控制200Hz)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优先级多高? 数据流上游更高(被堵会饿死下游)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怎么通信? 看方向与紧急度 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703320"/>
          <a:ext cx="5486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机制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消息队列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流式数据(IMU帧/串口字节),带缓冲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二值信号量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事件同步(校准完成才放行)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临界区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短小共享快照(目标4×float)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互斥量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长临界区/I²C独占(本设计避免了)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63640" y="1188720"/>
            <a:ext cx="553212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状态机 = '油门归属权'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IDLE(电机停) → 解锁 → DISARMED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→ 推油门 FOLLOW(人管油门)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→ 松杆 HOVER(az环管) → 3s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→ LANDING(状态机管) → 落地自锁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姿态杆任何状态都有效(姿态环常开)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03320"/>
            <a:ext cx="553212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安全链设计原则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每 5ms 从最高优先级往下短路评估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急停 &gt; 未解锁 &gt; NaN防护 &gt; 45°超限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(200ms去抖) &gt; 失控1s缓降 &gt; 姿态丢失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0.5s急停 &gt; 看门狗复位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</a:rPr>
              <a:t>▸ 原则:能缓降不停机,该停机不犹豫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ED7D31"/>
                </a:solidFill>
                <a:latin typeface="微软雅黑"/>
                <a:ea typeface="微软雅黑"/>
              </a:rPr>
              <a:t>▸ NaN会绕过所有if比较→必须显式拦截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第6章 通信协议设计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帧五要素 + 逐字节状态机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0xA5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STX 定界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CMD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命令字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LEN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长度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DATA 0~16B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小端float32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XOR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0x5A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ETX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5486400" cy="32918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帧设计原则(任何二进制协议通用)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① 定界符:流中找帧头(允许丢字节重同步)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② 长度:先读长度再收数据,防粘包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③ 校验:XOR/CRC 检错,失败整帧丢弃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④ 帧尾:独立校验,防'校验值恰好=帧尾'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⑤ 数据带范围与 isfinite 校验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ISR 只入队,任务里解析(中断要短)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06040"/>
            <a:ext cx="5303520" cy="32918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逐字节状态机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IDLE → CMD → LEN → DATA → CHK → ETX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任何一步非法 → 回 IDLE 重新找帧头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天然处理:断流/粘包/半帧/误码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常用命令示例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0x40 SETPOINT: 4×float (T/roll/pitch/yaw)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0x24 ARM: 1字节   0x20: 急停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第7章 复刻路线图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九步,每步有'通过判据'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1 串口  ·  打印 hello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波特率对,无乱码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76272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2 I²C  ·  读 WHO_AM_I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返回 0x68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6382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3 原始数据  ·  静置/转动看波形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静置≈(0,0,1g),轴向正确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5137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4 零偏校准  ·  静置 0.5s 求均值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bias 在 ±3°/s 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3892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5 姿态显示  ·  只跑 Mahony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转动跟随,回平秒级归零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6 电机怠速  ·  拆桨!低速运转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7D32"/>
                </a:solidFill>
                <a:latin typeface="微软雅黑"/>
                <a:ea typeface="微软雅黑"/>
              </a:rPr>
              <a:t>判据: 4路同时转,无异响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76272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7 方向验证  ·  逐轴给小指令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0000"/>
                </a:solidFill>
                <a:latin typeface="微软雅黑"/>
                <a:ea typeface="微软雅黑"/>
              </a:rPr>
              <a:t>判据: 修正方向与杆量相反(负反馈)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63824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8 系留首飞  ·  绑绳/手持架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0000"/>
                </a:solidFill>
                <a:latin typeface="微软雅黑"/>
                <a:ea typeface="微软雅黑"/>
              </a:rPr>
              <a:t>判据: 松杆能自稳,不翻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5137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9 自由飞  ·  先 0.3~0.5m 高度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00000"/>
                </a:solidFill>
                <a:latin typeface="微软雅黑"/>
                <a:ea typeface="微软雅黑"/>
              </a:rPr>
              <a:t>判据: 悬停油门在 40~60%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第7章 常见故障速查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现象 → 根因 → 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7548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最可能根因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处置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上电电机狂转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PWM脚悬空/初始化顺序错/映射错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先初始化PWM输出0再使能;核对通道宏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I²C 读不到 0x68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AD0 拉高/缺上拉/接错脚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试地址0x69;PB8/9加4.7k上拉;万用表通断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姿态乱跳不收敛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字节序反/量程系数错/单位混用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核对高字节在前;16384与131;统一SI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手转板子方向反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芯片贴装方向与坐标假设不符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在驱动层统一换轴/取反(集中一处)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打杆后反向修正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混控符号与桨向不匹配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台架逐轴验证;改映射宏或桨序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整机低频震荡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P过大/D不足/滤波过重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P降30%;加D;检查截止频率与相位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悬停缓慢升降漂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az噪声/倾角补偿不足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az多级滤波;接受小漂(无气压计局限)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参考资料与下一步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复刻从这里继续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必读(按顺序)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① MPU-6000/6050 Datasheet (InvenSense)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    寄存器手册:量程/DLPF/时序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② Mahony et al. 2008,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    Nonlinear Complementary Filters on SO(3)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    ——本解算的原论文,公式都在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③ FreeRTOS 官方文档 Mastering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延伸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Madgwick 滤波(与 Mahony 对比)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Betaflight 源码:混控去饱和/Airmode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气压计定高 / 光流定点 / GPS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32120" cy="49377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本教程配套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完整代码(含注释与回归测试):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github.com/xiexiaoan147-cyber/STM32F4_Drone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每个模块源文件头部都有'原理+修复记录'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▸ Tools/host_test 可在 PC 上跑控制逻辑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学完本教程你能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✓ 从零写出一个可台架验证的飞控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✓ 把串级PID/互补滤波用到其他被控对象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✓ 独立排查嵌入式实时系统的典型故障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</a:rPr>
              <a:t>现在,轮到你造一台了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BDD7EE"/>
                </a:solidFill>
                <a:latin typeface="微软雅黑"/>
                <a:ea typeface="微软雅黑"/>
              </a:rPr>
              <a:t>感知 → 估计 → 控制 → 执行:方法论已备,剩下的交给台架时间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Q &amp; 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教程中任何一章都可以往深了聊:数学推导 / 寄存器 / 调参 / 踩坑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